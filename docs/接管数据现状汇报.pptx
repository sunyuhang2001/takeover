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34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堡垒机数据盘点：自车视频 · 自车轨迹 · 路侧数据 · 0920 台账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7498080" cy="8686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78892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数据范围：堡垒机 C:\ 与 D:\ 全部数据（取数渠道已失效，堡垒机即全部）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统计口径：12_verify_all v5 + 13_diag_notraj；只报汇总数字，逐条明细见事件资产表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汇报人：[待补充]        2026-09-30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05840" y="1097280"/>
            <a:ext cx="347472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0972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结论摘要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关键数字与可复现事件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4864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05840" y="1965960"/>
            <a:ext cx="347472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9659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视频匹配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片段、通道；与轨迹、0920、前人 35 个的关系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864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346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05840" y="2834640"/>
            <a:ext cx="347472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8346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分类统计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A–H/X 分类：2025 年前主表 + 2025 年单列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54864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033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05840" y="3703320"/>
            <a:ext cx="347472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7033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数据地址与匹配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各类原始地址；按 VIN + 时间对齐的方法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54864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0972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212080" y="1097280"/>
            <a:ext cx="347472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0972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数据量与覆盖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数据量、字段、时空覆盖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3440" y="1965960"/>
            <a:ext cx="54864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9659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212080" y="1965960"/>
            <a:ext cx="347472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19659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项 FAIL 与使用注意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63440" y="2834640"/>
            <a:ext cx="54864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8346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5212080" y="2834640"/>
            <a:ext cx="347472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8346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数据保存位置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原始数据、处理产出与留存方式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  ·  口径：12_verify_all v5（2026-09-30）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结论：可复现事件 335 个，2025 年路侧最完整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视频事件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 辆车，2023-12 起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42032" y="10515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87752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ch1 + 逐秒轨迹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87752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39 + B 109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26864" y="10515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72584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 + 龙门架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72584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类，逐条核对通过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11696" y="10515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57416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年接管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57416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个有 participant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 ch1 的 313 个；在 0920 里 44 个，前人 35 个已完整复现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2634 个事件中 2310 个有轨迹；C 类 165 个只有稀疏定位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路侧：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年主要靠龙门架（同车 24 个）；2025 年 participant 时段多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73152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06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 335 个 = 视频 ch1 313 + 轨迹 + 路侧 22；2025 年另有 15 个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  ·  口径：12_verify_all v5（2026-09-30）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视频：1117 个片段，前视 ch1 全部可读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按通道的片段（1424 个文件）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9377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594360"/>
                <a:gridCol w="594360"/>
                <a:gridCol w="86868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可读时长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段数 60/120/600s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ch1 前视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 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198 / 119 / 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ch2 座舱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6.5 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225 / 117 / 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ch3 踏板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8.3 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339 / 116 / 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960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477 个事件按可读通道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80160"/>
          <a:ext cx="30175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可读通道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ch1+ch2+ch3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ch3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ch2+ch3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ch1+ch2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ch1+ch3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ch2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ch1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全部不可读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2743200"/>
            <a:ext cx="493776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视频是按“关键脱离”清单（KShape 聚类 + 加速度阈值）调取的，时间 2023-12-01 ~ 2024-07-23，涉及 68 辆车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VIN 取自路径；9 个文件路径中没有 VIN，无法入表；105 个是处理产物里的拷贝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有前视 ch1 的事件共 313 个（含三通道 283 个）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4251960"/>
            <a:ext cx="73152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42519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前视 ch1 是复现的必要条件：313 个事件有 ch1，153 个只有座舱/踏板视频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  ·  口径：12_verify_all v5（2026-09-30）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视频：148 个有逐秒轨迹，44 个在 0920 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73736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1737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477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视频事件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51760" y="10515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051560"/>
            <a:ext cx="1737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313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 ch1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51760" y="205740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057400"/>
            <a:ext cx="1737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153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ch2/ch3（D）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51760" y="306324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全部不可读（X）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51560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ch1+轨迹+0920 原因（A）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109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ch1+轨迹，无原因（B）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46320" y="306324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63240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165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ch1，无连续轨迹（C）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194560" y="1463040"/>
            <a:ext cx="45720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1463040"/>
            <a:ext cx="457200" cy="100584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1463040"/>
            <a:ext cx="457200" cy="201168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1463040"/>
            <a:ext cx="45720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1463040"/>
            <a:ext cx="457200" cy="100584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1463040"/>
            <a:ext cx="457200" cy="201168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1051560"/>
            <a:ext cx="1737360" cy="283464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097280"/>
            <a:ext cx="160020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0920 里：44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三通道 35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ch1+ch2 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ch3 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其他组合 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前人 35 个 = 0920 里三通道齐全的部分；17 辆车、105 个 avi，与前人输出目录一致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931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类诊断：318 个在事件 ±30 s 内只有约 1 个定位点（采样中位约 69 s，来自 all_events_1828589*.csv、add_type.csv）；±10 min 内几乎找不到 drive_mode 1→0 跳变 → 不是时间没对齐，是本来就没有逐秒数据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343400"/>
            <a:ext cx="73152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3434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视频事件与 0920 是两份不同的清单：477 个里只有 44 个在 0920，属正常，不是漏数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  ·  口径：12_verify_all v5（2026-09-30）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分类：2634 个事件，可复现 335 个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94360"/>
                <a:gridCol w="685800"/>
                <a:gridCol w="822960"/>
                <a:gridCol w="548640"/>
                <a:gridCol w="548640"/>
                <a:gridCol w="1600200"/>
                <a:gridCol w="160020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三通道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表格轨迹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能否复现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ch1+轨迹+原因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2024-04~07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视频+轨迹+原因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ch1+轨迹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2023-12~2024-06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视频+轨迹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ch1，无连续轨迹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2023-12~2024-07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只能靠视频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 只有 ch2/ch3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2023-12~2024-07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看不到前方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视频不可读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2024-05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轨迹+路侧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2024-05~08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轨迹+龙门架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 只有自车轨迹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2134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1876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2023-12~2024-09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缺周边信息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 只有 0920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 均有轨迹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 无连续轨迹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2024-04-20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只有龙门架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221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轨迹：±30 s 内连续覆盖 ≥ 20 s（间隔 ≤ 5 s 才累计）或 NPY ≥ 20 帧；路侧：同车龙门架案例，或 ≤ 500 m 的 participant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4279392"/>
            <a:ext cx="8229600" cy="45720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4279392"/>
            <a:ext cx="73152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2793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来源：仅 0920 1881 · 仅视频 433 · NPY 关键脱离 275 · 视频+0920 44 · 龙门架 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  ·  口径：12_verify_all v5（2026-09-30）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类 22 条核对通过；2025 年单列 29 个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类（无视频，轨迹 + 路侧）逐条核对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条全部来自 0920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，都有人工接管原因描述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轨迹：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均为 61 s 逐秒数据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，无需时区偏移；drive_mode 1→0 与事件时间相差 0～2 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龙门架：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案例目录 VIN 一致，案例时间差 0 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 15 个路口：曹安公路、博园路、嘉松北路、安虹路、新源路一带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2024-05-11 ~ 2024-08-23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年（单独统计，同样的分类）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4864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轨迹 + 路侧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participant 覆盖，2025-03-20 ~ 05-22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 只有自车轨迹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2025-03-14 ~ 05-24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 无连续轨迹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轨迹不足 20 s，1 个有路侧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2697480"/>
            <a:ext cx="393192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事件来源：2025 年全部轨迹中的 drive_mode 1→0（同车 60 s 内合并）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 47,149 点、67 辆车、1290 个文件（运行安全评价 case 为主）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路侧时段内、离设备 ≤ 300 m：53 辆车、16 天，期间接管 17 次（8 辆车）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年无视频、无 0920 原因、无龙门架同车案例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251960"/>
            <a:ext cx="73152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2519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年路侧设备固定、时段多，是“路侧 + 自车轨迹”场景复现的最佳数据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  ·  口径：12_verify_all v5（2026-09-30）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地址：各类数据取原始位置，不用处理产物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749040"/>
                <a:gridCol w="3931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视频（目录：事件数）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轨迹（原始文件：事件数）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D:\video0719:30 · D:\video2:7 · D:\VIDEO:1 · D:\video5:1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…\920汽车城脱离时间整理\all927.xlsx:38 · dis_joined1.xlsx:1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D:\video5:42 · D:\VIDEO:27 · D:\video2:22 · D:\video0719:15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local_vehicle_info_*.csv；NPY：D:\code\critical_X.npy、…\critical\critical_X2.npy:101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D:\video2:80 · D:\video0719:34 · D:\video5:18 · D:\VIDEO:16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仅稀疏定位（andy_workspace\projects\project\all_events_*.csv）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D:\video4:53 · D:\video2:48 · D:\video3:19 · D:\VIDEO:13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all927.xlsx:5 · NPY:1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–（龙门架：&lt;序号&gt;-&lt;VIN&gt;-&lt;日期 时间&gt; 案例目录）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all927.xlsx:17 · D:\chenming_backup\DOM\veh_origin\case_17_vehicle.csv:1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all927.xlsx:1826 · dis_joined1.xlsx:31 · NPY:275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D:\video2:11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–（participant：D:\250408提供最新、D:\code\data\250408、…\交通参与者数据拉取0506/0528）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D:\运行安全评价\veh_origin\Case_*_vehicle_origin.csv、con_res\case_*_vehicle_end.csv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4206240"/>
            <a:ext cx="73152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206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多拷贝按“原始目录 &gt; 桌面拷贝 &gt; 处理产物”取；处理产物不作地址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  ·  口径：12_verify_all v5（2026-09-30）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匹配：以 VIN + 北京时间为唯一索引对齐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2344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索引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1005840"/>
            <a:ext cx="6995160" cy="365760"/>
          </a:xfrm>
          <a:prstGeom prst="rect">
            <a:avLst/>
          </a:prstGeom>
          <a:solidFill>
            <a:srgbClr val="F2F4F7"/>
          </a:solidFill>
          <a:ln w="6350">
            <a:solidFill>
              <a:srgbClr val="C8C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005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event_key = VIN_YYYYMMDD_HHMMSS（北京时间）；同车 ≤ 60 s 为同一事件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435608"/>
            <a:ext cx="12344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356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视频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91640" y="1435608"/>
            <a:ext cx="6995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14356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VIN 取自路径；时间取文件名 ch{1|2|3}_{起}_{止}，事件时间取片段中点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1865376"/>
            <a:ext cx="12344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653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3  0920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91640" y="1865376"/>
            <a:ext cx="6995160" cy="365760"/>
          </a:xfrm>
          <a:prstGeom prst="rect">
            <a:avLst/>
          </a:prstGeom>
          <a:solidFill>
            <a:srgbClr val="F2F4F7"/>
          </a:solidFill>
          <a:ln w="6350">
            <a:solidFill>
              <a:srgbClr val="C8C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186537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VIN + disengage_time，误差 ≤ 60 s；disengage_time 即 drive_mode 1→0 时刻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295144"/>
            <a:ext cx="12344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2951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表格轨迹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91640" y="2295144"/>
            <a:ext cx="6995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229514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VIN + 事件 ±30 s；每个文件自动选 0 / +8h / −8h（all927 等为 UTC）；同名同大小只读原始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2724912"/>
            <a:ext cx="12344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24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NPY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91640" y="2724912"/>
            <a:ext cx="6995160" cy="365760"/>
          </a:xfrm>
          <a:prstGeom prst="rect">
            <a:avLst/>
          </a:prstGeom>
          <a:solidFill>
            <a:srgbClr val="F2F4F7"/>
          </a:solidFill>
          <a:ln w="6350">
            <a:solidFill>
              <a:srgbClr val="C8C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27249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labels 的 VIN + 时间 ≤ 60 s；行号对应同目录 (N, 31, 5) 样本：−20 s ~ +10 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154680"/>
            <a:ext cx="12344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154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 路侧 json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691640" y="3154680"/>
            <a:ext cx="6995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文件名时段覆盖事件，且设备距事件 ≤ 500 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3584448"/>
            <a:ext cx="12344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84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 龙门架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691640" y="3584448"/>
            <a:ext cx="6995160" cy="365760"/>
          </a:xfrm>
          <a:prstGeom prst="rect">
            <a:avLst/>
          </a:prstGeom>
          <a:solidFill>
            <a:srgbClr val="F2F4F7"/>
          </a:solidFill>
          <a:ln w="6350">
            <a:solidFill>
              <a:srgbClr val="C8C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35844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视频时段与事件重叠，且案例目录 VIN 与事件一致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069080"/>
            <a:ext cx="73152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069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校验：A/B 类 56 个事件的 drive_mode 1→0 与事件时间差全部 ≤ 30 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  ·  口径：12_verify_all v5（2026-09-30）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数据量：视频 29 GB，participant 226 GB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00200"/>
                <a:gridCol w="1645920"/>
                <a:gridCol w="3657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主要字段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自车视频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1424 文件 · 29 GB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2023-12~2024-07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ch1 前视 / ch2 座舱 / ch3 踏板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 台账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1925 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2024-04~2024-09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disengage_time, vin, acc_*, 紧急接管, 场景标签, 描述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表格轨迹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2710 文件（去重）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2023-12~2025-05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vin, position_time, drive_mode, latitude, longitude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local_vehicle_info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文件 · 4.66 GB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车端原始导出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vin, positiontime, drivemode, 经纬度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 全部脱离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1,722,711 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2021-07~2024-01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vin, 时间, 经纬度；样本 (N,31,5)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 关键脱离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377 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2023-12~2024-01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速度、横/纵向加速度、经纬度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龙门架视频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394 mp4 · 17 路口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2024-04~2025-03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案例目录 序号-VIN-日期 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 json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1136（226 GB）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 两天；2025-03~05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timestamp, ptcType, speed, heading, 经纬度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运行安全评价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818 案例文件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2025-03~04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自车与路侧匹配的 case 轨迹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64,436 文件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png 瓦片 64,396；shp 33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4343400"/>
            <a:ext cx="73152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3434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信号配时、交通流只有 2024-01-02、02-19 两天样本；地图类几乎全是瓦片图片，无高精地图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  ·  口径：12_verify_all v5（2026-09-30）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覆盖：视频与路侧在时间上几乎不重叠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095897" y="1005840"/>
            <a:ext cx="0" cy="2331720"/>
          </a:xfrm>
          <a:prstGeom prst="line">
            <a:avLst/>
          </a:prstGeom>
          <a:noFill/>
          <a:ln w="9525">
            <a:solidFill>
              <a:srgbClr val="C8CED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684417" y="33467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98571" y="1005840"/>
            <a:ext cx="0" cy="2331720"/>
          </a:xfrm>
          <a:prstGeom prst="line">
            <a:avLst/>
          </a:prstGeom>
          <a:noFill/>
          <a:ln w="9525">
            <a:solidFill>
              <a:srgbClr val="C8CED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487091" y="33467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01246" y="1005840"/>
            <a:ext cx="0" cy="2331720"/>
          </a:xfrm>
          <a:prstGeom prst="line">
            <a:avLst/>
          </a:prstGeom>
          <a:noFill/>
          <a:ln w="9525">
            <a:solidFill>
              <a:srgbClr val="C8CED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89766" y="33467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0515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NPY 全部脱离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194560" y="1097280"/>
            <a:ext cx="931382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6031" y="1051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2021-07 起 → 2024-01-02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4356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自车视频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95451" y="1481328"/>
            <a:ext cx="2343477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196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0920 台账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997234" y="1865376"/>
            <a:ext cx="1799670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037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表格轨迹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95451" y="2249424"/>
            <a:ext cx="5377978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877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龙门架视频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77502" y="2633472"/>
            <a:ext cx="3334947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718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路侧 participant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095897" y="3017520"/>
            <a:ext cx="60089" cy="21945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76610" y="3017520"/>
            <a:ext cx="60089" cy="21945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22315" y="3017520"/>
            <a:ext cx="721070" cy="21945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39312"/>
            <a:ext cx="8229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空间：2025 年 participant 设备固定在同一路口；龙门架 17 个路口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年批次：03-15~03-20；04-12~04-18 每天 2 h；05-17~05-22 每天 1 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343400"/>
            <a:ext cx="73152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3434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有视频的 2023-12~2024-07 几乎没有 participant；2025 年有路侧但没有视频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  ·  口径：12_verify_all v5（2026-09-30）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质量：3 项 FAIL 均为数据本身问题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个视频文件路径无 VIN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无法建索引，单列在 clips.csv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97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4612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个片段拷贝大小不一致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代表文件优先取原始目录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97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3504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个片段不可读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 243 个实际比文件名短，多数短 10 ~ 60 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使用注意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852928"/>
            <a:ext cx="822960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年 participant / 信号 / 交通流只有 2 天样本，2024 年的 E 类只能依靠龙门架视频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NPY 全部脱离清单只到 2024-01-02，没有覆盖 2024 年 1 ~ 9 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0920 的“是否紧急接管”、场景标签、描述为人工填写，用加速度阈值只能复现 67.8%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all927 等表的 position_time 为 UTC，使用时需 +8 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8229600" cy="45720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79392"/>
            <a:ext cx="73152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793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检查项 PASS 14 / FAIL 3：统计结果可信，FAIL 项已在资产表中标注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  ·  口径：12_verify_all v5（2026-09-30）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保存：原始数据全部在堡垒机 D 盘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堡垒机上的原始位置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自车视频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D:\video2 · video0719 · video5 · VIDEO · video4 · video3（另 D:\code、D:\case 少量）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 台账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D:\code\data\脱离事件汇总-0920（请复制后再做修改）.xlsx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表格轨迹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D:\code\data\920汽车城脱离时间整理\all927.xlsx；D:\code\data\chenming\dl\datasource\dis_joined1.xlsx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车端原始导出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D:\code\data\chenming\data\local_vehicle_info\（50 个 csv，4.66 GB）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D:\code\critical_X.npy；D:\code\data\chenming\processing_data\（critical、all 等）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龙门架视频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D:\code（178）· D:\新建文件夹（159）· D:\chenming_backup（57）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 participant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D:\code（868）· D:\250408提供最新（179）· 桌面 250315-0709（28）· D:\RoadsideData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运行安全评价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D:\运行安全评价\（veh_origin、con_res）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前人处理产物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D:\堡垒机数据筛选（35 个事件、105 个 avi、README）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4251960"/>
            <a:ext cx="73152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2519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/ FTP 取数渠道已失效：堡垒机上的数据就是唯一副本，不能再补充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  ·  口径：12_verify_all v5（2026-09-30）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9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保存：产出在堡垒机，脚本与记录在 GitHub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堡垒机：处理产出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2651760" cy="2697480"/>
          </a:xfrm>
          <a:prstGeom prst="rect">
            <a:avLst/>
          </a:prstGeom>
          <a:solidFill>
            <a:srgbClr val="F7F8FA"/>
          </a:solidFill>
          <a:ln w="6350">
            <a:solidFill>
              <a:srgbClr val="C8C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63040"/>
            <a:ext cx="2514600" cy="2606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D:\takeover_audit\&lt;步骤&gt;\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：00 ~ 13 各步结果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12_verify\事件资产表.xlsx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（2025 年前）、事件资产表_2025.xlsx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明细：clips.csv、traj_files.csv、summary.txt 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13_diag\notraj_diag.csv（稀疏轨迹诊断）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脚本副本：桌面\新建文件夹\00 ~ 13.py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GitHub：脚本与记录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89888"/>
            <a:ext cx="2651760" cy="2697480"/>
          </a:xfrm>
          <a:prstGeom prst="rect">
            <a:avLst/>
          </a:prstGeom>
          <a:solidFill>
            <a:srgbClr val="F7F8FA"/>
          </a:solidFill>
          <a:ln w="6350">
            <a:solidFill>
              <a:srgbClr val="C8C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463040"/>
            <a:ext cx="2514600" cy="2606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 sunyuhang2001/takeover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 claude/local-cloud-workspace-diff-3mj8r1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bastion/：00 ~ 13 脚本 + 校验码（README）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notes/round1 ~ 8：每轮汇总结论（不含 VIN）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docs/plan.md、docs/report.md（本汇报文字版）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限制与缺口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389888"/>
            <a:ext cx="2651760" cy="2697480"/>
          </a:xfrm>
          <a:prstGeom prst="rect">
            <a:avLst/>
          </a:prstGeom>
          <a:solidFill>
            <a:srgbClr val="F7F8FA"/>
          </a:solidFill>
          <a:ln w="6350">
            <a:solidFill>
              <a:srgbClr val="C8C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463040"/>
            <a:ext cx="2514600" cy="2606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堡垒机不能导出文件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，结果只能截图回传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逐条明细（含 VIN、坐标）只留在堡垒机，不进仓库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其他账号堡垒机上的 D:\SGSJ（事故）、D:\脱离事件路测数据、D:\chenming\anli 本次访问不到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盘 800 GB，已用约 486 GB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206240"/>
            <a:ext cx="73152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06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复查或重跑：在堡垒机上用 process 环境运行 bastion/ 下脚本，输出写到 D:\takeover_audit\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46320"/>
            <a:ext cx="685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接管（脱离）数据现状汇报  ·  口径：12_verify_all v5（2026-09-30）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接管（脱离）数据现状汇报</dc:title>
  <dc:subject>PptxGenJS Presentation</dc:subject>
  <dc:creator>PptxGenJS</dc:creator>
  <cp:lastModifiedBy>PptxGenJS</cp:lastModifiedBy>
  <cp:revision>1</cp:revision>
  <dcterms:created xsi:type="dcterms:W3CDTF">2026-09-29T22:33:07Z</dcterms:created>
  <dcterms:modified xsi:type="dcterms:W3CDTF">2026-09-29T22:33:07Z</dcterms:modified>
</cp:coreProperties>
</file>