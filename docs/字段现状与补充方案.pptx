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25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接管事件字段现状与补充方案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对照《字段清单 V2.04》（110 个字段），按数据等级给出现状与可行的补充方式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7498080" cy="822960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7432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数据范围：堡垒机全部数据（2023-12 ~ 2025-05），2663 个接管事件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口径：只写有真实数据或可行方法的内容；推断不算，暂时写“没有”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汇报人：[待补充]        2026-09-30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685800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1440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508760" y="914400"/>
            <a:ext cx="6766560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91440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各等级事件与数据概况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每个等级有多少事件，各有哪些数据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847088"/>
            <a:ext cx="685800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470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508760" y="1847088"/>
            <a:ext cx="6766560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847088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表一：字段现状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 个字段 × 11 个等级：现在有没有、从哪来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779776"/>
            <a:ext cx="685800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79776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508760" y="2779776"/>
            <a:ext cx="6766560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2779776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表二：补充方式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缺的字段怎么补：模型、人工、地图、气象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712464"/>
            <a:ext cx="685800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12464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508760" y="3712464"/>
            <a:ext cx="6766560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3712464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可能的补充方案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每种方法怎么做、补哪些字段、适用哪些等级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接管事件字段现状与补充方案 · 字段清单 V2.04（110 个字段）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34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各等级事件与数据概况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103120"/>
                <a:gridCol w="658368"/>
                <a:gridCol w="731520"/>
                <a:gridCol w="640080"/>
                <a:gridCol w="731520"/>
                <a:gridCol w="658368"/>
                <a:gridCol w="822960"/>
                <a:gridCol w="749808"/>
                <a:gridCol w="84124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有原因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(0920)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三路视频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齐全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 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轨迹(NPY)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路口视频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拍到本车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路侧周边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车辆(JSON)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前视视频 + 轨迹 + 原因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前视视频 + 轨迹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只有前视视频（轨迹太稀）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只有座舱/踏板视频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无车载视频：轨迹 + 路口视频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只有轨迹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1862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只有路口视频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视频损坏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 + 路侧周边车辆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只有轨迹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轨迹不足 20 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2663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389120"/>
            <a:ext cx="8503920" cy="384048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4389120"/>
            <a:ext cx="64008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389120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有前视视频 313 个；路口视频拍到本车 41 个（按经纬度补查新增 17 个）；有路侧周边车辆数据 18 个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逐秒轨迹 = 表格轨迹（连续覆盖 ≥20 s）；31 帧轨迹 = NPY 样本（接管前 20 s ~ 后 10 s）；有原因 = 在 0920 台账里有人工描述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表一·现状｜基础信息与时间同步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自动驾驶运行里程与运行时长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车辆识别码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数据创建时间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文件时间≈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数据上报时间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车端时间戳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采样频率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34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表一·现状｜驾驶权与系统状态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控制模式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自动驾驶系统运行状态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部分·开/关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当前激活的ADS功能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系统降级状态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自动驾驶退出原因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最小风险策略状态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接管完成状态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远程控制状态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ODD运行状态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ODD退出原因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功能边界类型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最小风险策略触发原因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34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表一·现状｜接管请求与告警信息（1/2）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是否发出接管请求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否·主动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否·主动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否·主动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接管请求开始时间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接管请求原因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接管紧急等级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告警形式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视觉告警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听觉告警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触觉告警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第一阶段告警开始、结束时间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第二阶段告警开始、结束时间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第三阶段告警开始、结束时间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告警是否升级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34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表一·现状｜接管请求与告警信息（2/2）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ADS事件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部分·激活/退出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失效事件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34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表一·现状｜驾驶员状态与人因数据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驾驶员是否手握方向盘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驾驶员是否在正常驾驶位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安全带状态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驾驶员注意力状态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驾驶员疲劳状态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驾驶员视线方向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驾驶员接管反应时间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驾驶员状态视频证据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座舱视频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座舱视频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座舱视频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座舱视频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驾驶员制动油门反应时间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手握方向盘时间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34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表一·现状｜车辆运动与操作响应（1/2）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车辆速度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纵向加速度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横向加速度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航向角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方向盘角度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方向盘角速度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制动状态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制动踏板开度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加速踏板开度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前车距离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碰撞方向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34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表一·现状｜车辆运动与操作响应（2/2）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气囊状态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首次制动时间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首次转向时间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首次油门操作时间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接管操作类型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表一·现状｜位置、轨迹与道路场景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纬度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坐标类型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定位有效性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GNSS运行状态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IMU运行状态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地图匹配状态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道路类型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车道类型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车道编号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道路限速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路段表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路段表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路段表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路段表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路段表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路段表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特殊区域边界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表一·现状｜感知目标物数据（1/2）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感知目标物类型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目标物相对位置X向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路侧+轨迹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目标物相对位置Y向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路侧+轨迹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目标物相对速度X向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路侧+轨迹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目标物相对速度Y向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路侧+轨迹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目标物长度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目标物高度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目标物宽度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目标物置信度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碰撞时间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与目标物最小距离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路侧+轨迹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表一·现状｜感知目标物数据（2/2）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系统风险等级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安全评价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表一·现状｜道路设施与交通环境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交通主标志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交通管制信息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前方信号灯识别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异常路况信息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其他参数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车道线几何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障碍物类型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表一·现状｜自然环境数据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天气信息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外部光线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外部温度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外部湿度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能见度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路面状态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表一·现状｜事故与复核材料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事故发生时间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接管时刻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事故地点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事故经过描述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事故结果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损失程度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责任认定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事故前后视频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前视视频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前视视频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前视视频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路口视频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路口视频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事故位置和轨迹证据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NPY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是否真实接管失败案例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表一：写来源 = 现在就有；≈ = 近似；部分 = 只有一部分；没有 = 现在没有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表二·补充方式：P0 字段（65 个）按补充方式计数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868680"/>
          <a:ext cx="7498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A(39)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B(109)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C(165)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D(153)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E(36)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F(2120)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H(1)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X(11)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2025-E(15)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2025-F(12)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2025-H(2)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C8C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160520"/>
            <a:ext cx="8503920" cy="41148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4160520"/>
            <a:ext cx="64008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160520"/>
            <a:ext cx="8275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 类缺的字段多数能用模型或人工补；E、F 和 2025 年各等级没有车载视频，驾驶员相关字段写“没有”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接管事件字段现状与补充方案 · 字段清单 V2.04（110 个字段）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表二·补充方式｜基础信息与时间同步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自动驾驶运行里程与运行时长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车辆识别码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数据创建时间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数据上报时间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车端时间戳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采样频率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表二·补充方式｜驾驶权与系统状态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控制模式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自动驾驶系统运行状态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当前激活的ADS功能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系统降级状态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自动驾驶退出原因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最小风险策略状态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接管完成状态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远程控制状态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ODD运行状态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ODD退出原因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功能边界类型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最小风险策略触发原因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表二·补充方式｜接管请求与告警信息（1/2）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是否发出接管请求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接管请求开始时间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接管请求原因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接管紧急等级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告警形式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视觉告警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听觉告警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触觉告警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第一阶段告警开始、结束时间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第二阶段告警开始、结束时间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第三阶段告警开始、结束时间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告警是否升级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34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表二·补充方式｜接管请求与告警信息（2/2）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ADS事件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失效事件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表二·补充方式｜驾驶员状态与人因数据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驾驶员是否手握方向盘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驾驶员是否在正常驾驶位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安全带状态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驾驶员注意力状态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驾驶员疲劳状态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驾驶员视线方向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驾驶员接管反应时间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驾驶员状态视频证据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驾驶员制动油门反应时间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手握方向盘时间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表二·补充方式｜车辆运动与操作响应（1/2）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车辆速度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纵向加速度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横向加速度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航向角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方向盘角度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方向盘角速度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制动状态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制动踏板开度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加速踏板开度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前车距离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碰撞方向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表二·补充方式｜车辆运动与操作响应（2/2）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气囊状态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首次制动时间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首次转向时间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模型·座舱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首次油门操作时间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接管操作类型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模型·踏板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表二·补充方式｜位置、轨迹与道路场景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纬度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坐标类型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定位有效性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GNSS运行状态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IMU运行状态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地图匹配状态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道路类型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车道类型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车道编号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道路限速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特殊区域边界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34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表二·补充方式｜感知目标物数据（1/2）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感知目标物类型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目标物相对位置X向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目标物相对位置Y向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目标物相对速度X向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目标物相对速度Y向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目标物长度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目标物高度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目标物宽度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目标物置信度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碰撞时间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与目标物最小距离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表二·补充方式｜感知目标物数据（2/2）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系统风险等级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表二·补充方式｜道路设施与交通环境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交通主标志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交通管制信息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前方信号灯识别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异常路况信息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其他参数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车道线几何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障碍物类型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表二·补充方式｜自然环境数据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天气信息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外部光线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外部温度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外部湿度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能见度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路面状态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气象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表二·补充方式｜事故与复核材料</a:t>
            </a:r>
            <a:endParaRPr lang="en-US" sz="2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2025-F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事故发生时间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事故地点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事故经过描述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事故结果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损失程度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责任认定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事故前后视频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事故位置和轨迹证据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是否真实接管失败案例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人工·前视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A6A6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A3E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人工·路侧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表二：已有 = 不用补；模型·X / 人工·X = 用 X 视频跑模型 / 人工看；地图、气象 = 外网查询带入；没有 = 暂无办法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可能的补充方案（1/3）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794760"/>
                <a:gridCol w="251460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 · 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怎么做（例子）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补哪些字段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适用等级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前视视频 · 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目标检测 + 单目测距（默认内参，用车道宽 3.5 m 标定尺度），逐帧差分得相对速度，距离 ÷ 相对速度 = TTC；误差约 10%~20%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目标物类型、相对位置/速度、TTC、最小距离、前车距离、障碍物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B 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前视视频 · 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车道线、交通标志、信号灯、路面识别：数左侧车道线得车道编号；识别限速牌数字；信号灯分红黄绿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车道编号/类型、交通主标志、信号灯、路面状态、其他参数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B 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前视视频 · 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视觉里程计（光流 / ORB 特征）求帧间位移，车道宽定尺度，再用路口位置配准到经纬度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类的速度、加速度、航向、经纬度（可升为 B 类）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座舱视频 · 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后视镜位置俯拍：人脸关键点估头部朝向和眼睛开合，判断视线、闭眼、分心；手部和身体关键点判断手握方向盘、坐姿；方向盘转动估转角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注意力、视线、疲劳、手握方向盘及时刻、正常驾驶位、方向盘角度、首次转向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B C 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前提已确认：座舱俯拍（看不到中控屏）、踏板清晰、有 GPU 和模型、相机用默认参数、地图和气象可外网带入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/ 34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可能的补充方案（2/3）</a:t>
            </a:r>
            <a:endParaRPr lang="en-US" sz="2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794760"/>
                <a:gridCol w="251460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 · 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怎么做（例子）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补哪些字段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适用等级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踏板视频 · 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脚部检测 / 踏板区域帧差：脚踩下制动踏板的第一帧 = 首次制动，10 fps 精度约 0.1 s；踏板深浅粗分三档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首次制动/油门时刻、制动状态、踏板开度、接管操作类型、制动反应时间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B C 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座舱音轨 · 模型（已验证）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音轨为 PCM，程序可直接读；检测约 2 kHz 提示音的起止、次数、间隔。已验证：只有切换时的一声，没有请求序列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是否发出接管请求、听觉告警、告警形式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B C 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路口视频 · 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选停止线/车道线角点对照上海道路 shp 求单应矩阵；YOLO + ByteTrack 跟踪，像素坐标换成地面坐标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类目标物轨迹、相对位置/速度、TTC、最小距离、车流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 · 人工审计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每个事件看接管前后 20 s，按字段枚举勾选，约 10 分钟一个事件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退出原因、功能边界、事故结果、碰撞方向、是否真实失败、反应时间、安全带、气囊、MRM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B C D E 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前提已确认：座舱俯拍（看不到中控屏）、踏板清晰、有 GPU 和模型、相机用默认参数、地图和气象可外网带入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34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可能的补充方案（3/3）</a:t>
            </a:r>
            <a:endParaRPr lang="en-US" sz="2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794760"/>
                <a:gridCol w="251460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 · 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怎么做（例子）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补哪些字段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适用等级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路侧回放 · 人工审计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participant 目标轨迹和自车轨迹画成俯视动画，人工判读冲突对象和接管原因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退出原因、事故经过/结果、碰撞方向、是否真实失败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2025-E 2025-H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外部地图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外网查 OSM/高德路网后带入（堡垒机已有上海道路 shp）：轨迹地图匹配，读道路等级、限速、车道数、车道线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地图匹配、道路类型、车道线几何、特殊区域、坐标类型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有轨迹的等级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外部气象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外网按日期查嘉定区历史逐小时天气后带入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天气、温度、湿度、能见度、路面状态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全部等级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前提已确认：座舱俯拍（看不到中控屏）、踏板清晰、有 GPU 和模型、相机用默认参数、地图和气象可外网带入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/ 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8288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暂时没有可行办法的字段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2062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当前激活的 ADS 功能、系统降级状态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数据里没有记录；座舱摄像头拍不到中控屏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视觉告警、触觉告警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 HMI 记录；拍不到屏幕，也测不到振动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档位、GNSS / IMU 运行状态、定位有效性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轨迹表里没有这些列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ODD 运行状态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 ODD 定义，无法判断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事故编号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本批是接管事件，没有事故编号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无车载视频等级（E、F、2025 年）的驾驶员状态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没有座舱和踏板视频，历史数据补不回来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160520"/>
            <a:ext cx="8503920" cy="411480"/>
          </a:xfrm>
          <a:prstGeom prst="rect">
            <a:avLst/>
          </a:prstGeom>
          <a:solidFill>
            <a:srgbClr val="DDE1E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4160520"/>
            <a:ext cx="64008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160520"/>
            <a:ext cx="8275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这些字段在表里统一写“没有”，后续如果拿到新数据（如 HMI 日志、CAN 数据）再补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DDE1E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4873752"/>
            <a:ext cx="74980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接管事件字段现状与补充方案 · 字段清单 V2.04（110 个字段）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55280" y="4873752"/>
            <a:ext cx="914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/ 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接管事件字段现状与补充方案</dc:title>
  <dc:subject>PptxGenJS Presentation</dc:subject>
  <dc:creator>PptxGenJS</dc:creator>
  <cp:lastModifiedBy>PptxGenJS</cp:lastModifiedBy>
  <cp:revision>1</cp:revision>
  <dcterms:created xsi:type="dcterms:W3CDTF">2026-09-30T13:21:08Z</dcterms:created>
  <dcterms:modified xsi:type="dcterms:W3CDTF">2026-09-30T13:21:08Z</dcterms:modified>
</cp:coreProperties>
</file>